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A/B Testing for Website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Storytelling &amp; Statistical Validation</a:t>
            </a:r>
          </a:p>
          <a:p>
            <a:r>
              <a:t>Name: Student</a:t>
            </a:r>
          </a:p>
          <a:p>
            <a:r>
              <a:t>Date: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want to improve website conversion rates.</a:t>
            </a:r>
          </a:p>
          <a:p>
            <a:r>
              <a:t>Two layouts tested: Control (old) and Treatment (new).</a:t>
            </a:r>
          </a:p>
          <a:p>
            <a:r>
              <a:t>Goal: Determine if the new layout improves conversions.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ab_testing_dataset.csv</a:t>
            </a:r>
          </a:p>
          <a:p>
            <a:r>
              <a:t>Columns:</a:t>
            </a:r>
          </a:p>
          <a:p>
            <a:r>
              <a:t>- user_id</a:t>
            </a:r>
          </a:p>
          <a:p>
            <a:r>
              <a:t>- group (control/treatment)</a:t>
            </a:r>
          </a:p>
          <a:p>
            <a:r>
              <a:t>- converted (0 = no, 1 = yes)</a:t>
            </a:r>
          </a:p>
          <a:p>
            <a:r>
              <a:t>Used for A/B testing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Visualized conversions by group.</a:t>
            </a:r>
          </a:p>
          <a:p>
            <a:r>
              <a:t>Compared number of conversions in control and treatment groups.</a:t>
            </a:r>
          </a:p>
          <a:p>
            <a:r>
              <a:t>Observed initial trends using bar charts.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Null Hypothesis (H0): New layout does not improve conversion.</a:t>
            </a:r>
          </a:p>
          <a:p>
            <a:r>
              <a:t>Alternative Hypothesis (H1): New layout improves conversion.</a:t>
            </a:r>
          </a:p>
          <a:p>
            <a:r>
              <a:t>Statistical test used: Independent T-Test.</a:t>
            </a:r>
          </a:p>
          <a:p>
            <a:r>
              <a:t>Significance level: 0.05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Calculated conversion rates for both groups.</a:t>
            </a:r>
          </a:p>
          <a:p>
            <a:r>
              <a:t>Computed T-statistic and P-value.</a:t>
            </a:r>
          </a:p>
          <a:p>
            <a:r>
              <a:t>If P-value &lt; 0.05 → significant difference between layouts.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layout shows higher conversion rate.</a:t>
            </a:r>
          </a:p>
          <a:p>
            <a:r>
              <a:t>Suggest deploying new layout to increase conversions.</a:t>
            </a:r>
          </a:p>
          <a:p>
            <a:r>
              <a:t>Data-driven decision making improves business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A/B testing analysis.</a:t>
            </a:r>
          </a:p>
          <a:p>
            <a:r>
              <a:t>Visualized results.</a:t>
            </a:r>
          </a:p>
          <a:p>
            <a:r>
              <a:t>Conducted hypothesis testing.</a:t>
            </a:r>
          </a:p>
          <a:p>
            <a:r>
              <a:t>Generated actionable business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